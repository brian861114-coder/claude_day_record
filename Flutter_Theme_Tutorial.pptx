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731520"/>
            <a:ext cx="2560320" cy="2560320"/>
          </a:xfrm>
          <a:prstGeom prst="ellipse">
            <a:avLst/>
          </a:prstGeom>
          <a:solidFill>
            <a:srgbClr val="FF8C42">
              <a:alpha val="20000"/>
            </a:srgbClr>
          </a:solidFill>
          <a:ln w="12700">
            <a:solidFill>
              <a:srgbClr val="FF8C42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-274320"/>
            <a:ext cx="1645920" cy="1645920"/>
          </a:xfrm>
          <a:prstGeom prst="ellipse">
            <a:avLst/>
          </a:prstGeom>
          <a:solidFill>
            <a:srgbClr val="FF8C42">
              <a:alpha val="40000"/>
            </a:srgbClr>
          </a:solidFill>
          <a:ln w="12700">
            <a:solidFill>
              <a:srgbClr val="FF8C42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2011680" cy="34747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Flutter 教學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介面配色與排版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完全指南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3566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E0C8"/>
                </a:solidFill>
              </a:rPr>
              <a:t>深入解析 theme.dart — 掌握一個檔案，改變整個 App 外觀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4663440"/>
            <a:ext cx="8229600" cy="27432"/>
          </a:xfrm>
          <a:prstGeom prst="rect">
            <a:avLst/>
          </a:prstGeom>
          <a:solidFill>
            <a:srgbClr val="FF8C42">
              <a:alpha val="40000"/>
            </a:srgbClr>
          </a:solidFill>
          <a:ln w="12700">
            <a:solidFill>
              <a:srgbClr val="FF8C42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lib/theme.dart  ·  lib/main.dart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檔案架構：哪裡控制外觀？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整個 App 的外觀由兩個檔案決定，你只需要動 theme.dart。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11480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FF8C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4114800" cy="10972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91640"/>
            <a:ext cx="1097280" cy="274320"/>
          </a:xfrm>
          <a:prstGeom prst="rect">
            <a:avLst/>
          </a:prstGeom>
          <a:solidFill>
            <a:srgbClr val="FFE0C8"/>
          </a:solidFill>
          <a:ln w="12700">
            <a:solidFill>
              <a:srgbClr val="FFE0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91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8C42"/>
                </a:solidFill>
              </a:rPr>
              <a:t>핵심 파일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lib/theme.dart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2606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</a:rPr>
              <a:t>全域主題設定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97180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</a:rPr>
              <a:t>定義所有顏色、字體大小、按鈕樣式、輸入框樣式。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</a:rPr>
              <a:t>改這一個檔案 → 全 App 同步更新。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463040"/>
            <a:ext cx="41148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463040"/>
            <a:ext cx="4114800" cy="109728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6916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lib/main.dart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37760" y="2240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</a:rPr>
              <a:t>App 進入點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265176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</a:rPr>
              <a:t>把 theme.dart 的設定「套用」到整個 App。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</a:rPr>
              <a:t>通常不需要修改這裡的內容。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FFE0C8"/>
          </a:solidFill>
          <a:ln w="12700">
            <a:solidFill>
              <a:srgbClr val="FFE0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6A20"/>
                </a:solidFill>
              </a:rPr>
              <a:t>💡  本教學專注於 theme.dart — 從第 4 行到第 85 行，逐段解析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第一部分：顏色定義（第 4–9 行）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這 6 行是整個 App 的「調色盤」，改這裡就能換掉所有配色。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389120" cy="356616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371600"/>
            <a:ext cx="4114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  = Color(0xFFFFF9F5);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accent      = Color(0xFFFF8C42);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accentLight = Color(0xFFFFE0C8);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textPrimary    = Color(0xFF333333);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textSecondary  = Color(0xFF888888);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cardColor   = Colors.white;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937760" y="1261872"/>
            <a:ext cx="502920" cy="457200"/>
          </a:xfrm>
          <a:prstGeom prst="rect">
            <a:avLst/>
          </a:prstGeom>
          <a:solidFill>
            <a:srgbClr val="FFF9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26187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</a:rPr>
              <a:t>#FFF9F5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532120" y="12801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532120" y="150876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App 整體底色（米白）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37760" y="1837944"/>
            <a:ext cx="502920" cy="457200"/>
          </a:xfrm>
          <a:prstGeom prst="rect">
            <a:avLst/>
          </a:prstGeom>
          <a:solidFill>
            <a:srgbClr val="FF8C4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83794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#FF8C42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532120" y="185623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32120" y="208483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主色調（按鈕、邊框）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2414016"/>
            <a:ext cx="502920" cy="457200"/>
          </a:xfrm>
          <a:prstGeom prst="rect">
            <a:avLst/>
          </a:prstGeom>
          <a:solidFill>
            <a:srgbClr val="FFE0C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41401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</a:rPr>
              <a:t>#FFE0C8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532120" y="2432304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accentLight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32120" y="266090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主色淡版（淡色背景）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2990088"/>
            <a:ext cx="502920" cy="457200"/>
          </a:xfrm>
          <a:prstGeom prst="rect">
            <a:avLst/>
          </a:prstGeom>
          <a:solidFill>
            <a:srgbClr val="333333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9900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#333333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5532120" y="3008376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textPrimary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32120" y="323697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主要文字（深灰）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37760" y="3566160"/>
            <a:ext cx="502920" cy="457200"/>
          </a:xfrm>
          <a:prstGeom prst="rect">
            <a:avLst/>
          </a:prstGeom>
          <a:solidFill>
            <a:srgbClr val="88888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35661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#888888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5532120" y="358444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textSecondary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32120" y="381304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次要文字（灰）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37760" y="4142232"/>
            <a:ext cx="502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32120" y="41605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cardColor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32120" y="438912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卡片背景（白）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FFE0C8"/>
          </a:solidFill>
          <a:ln w="12700">
            <a:solidFill>
              <a:srgbClr val="FFE0C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6A20"/>
                </a:solidFill>
              </a:rPr>
              <a:t>格式說明：Color(0xFF + 六碼色碼)  —  FF = 完全不透明，後六碼為 RGB hex。例：0xFFFF8C42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第二部分：AppBar 頂部導覽列（第 18–28 行）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658368"/>
          </a:xfrm>
          <a:prstGeom prst="rect">
            <a:avLst/>
          </a:prstGeom>
          <a:solidFill>
            <a:srgbClr val="FFF9F5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04672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←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804672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每日成長記錄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48132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← App 實際效果預覽（AppBar）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8412480" cy="34747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288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屬性名稱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26080" y="18288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目前值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18288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說明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8412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1945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backgroundColor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26080" y="21945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21945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AppBar 背景色（目前：米白）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624328"/>
            <a:ext cx="8412480" cy="411480"/>
          </a:xfrm>
          <a:prstGeom prst="rect">
            <a:avLst/>
          </a:prstGeom>
          <a:solidFill>
            <a:srgbClr val="FDF6F0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62432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foregroundColor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26080" y="262432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textPrimary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262432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圖示和返回鍵的顏色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054096"/>
            <a:ext cx="8412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054096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elevation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926080" y="3054096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0" y="3054096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陰影高度，0 = 扁平無陰影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483864"/>
            <a:ext cx="8412480" cy="411480"/>
          </a:xfrm>
          <a:prstGeom prst="rect">
            <a:avLst/>
          </a:prstGeom>
          <a:solidFill>
            <a:srgbClr val="FDF6F0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483864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centerTitle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926080" y="3483864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0" y="3483864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標題是否置中，false = 靠左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3913632"/>
            <a:ext cx="8412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91363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fontSize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926080" y="391363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0" y="391363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標題文字大小（pt）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4343400"/>
            <a:ext cx="8412480" cy="411480"/>
          </a:xfrm>
          <a:prstGeom prst="rect">
            <a:avLst/>
          </a:prstGeom>
          <a:solidFill>
            <a:srgbClr val="FDF6F0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343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fontWeight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926080" y="43434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bold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0" y="43434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文字粗細（bold / normal / w600...）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第三部分：文字樣式（第 29–48 行）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Flutter 用四種預設文字樣式涵蓋所有情境：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61872"/>
            <a:ext cx="64008" cy="86868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25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headlineLarge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70078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28pt · Bold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13258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首頁歡迎語、主要大標題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0" y="135331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</a:rPr>
              <a:t>每日成長紀錄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194560"/>
            <a:ext cx="64008" cy="86868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2585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headlineMedium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263347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24pt · Bold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225856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各頁面的標題文字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22860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今日目標設定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65760" y="3127248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127248"/>
            <a:ext cx="64008" cy="86868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19125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bodyLarge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35661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18pt · Regular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0" y="319125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主要說明文字、內容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0" y="3218688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今天完成了哪些事情？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65760" y="4059936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4059936"/>
            <a:ext cx="64008" cy="86868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12394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bodyMedium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4498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16pt · Regular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0" y="412394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次要提示、灰色說明文字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4151376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</a:rPr>
              <a:t>請填寫今日的反思...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第四、五部分：按鈕 &amp; 輸入框樣式（第 49–84 行）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</a:rPr>
              <a:t>按鈕樣式（ElevatedButton）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286000" cy="594360"/>
          </a:xfrm>
          <a:prstGeom prst="roundRect">
            <a:avLst>
              <a:gd name="adj" fmla="val 18462"/>
            </a:avLst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開始記錄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834640" y="1170432"/>
            <a:ext cx="5943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0" y="117043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backgroundColor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94960" y="1170432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按鈕背景色 → accent（橘）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34640" y="1600200"/>
            <a:ext cx="5943600" cy="402336"/>
          </a:xfrm>
          <a:prstGeom prst="rect">
            <a:avLst/>
          </a:prstGeom>
          <a:solidFill>
            <a:srgbClr val="FDF6F0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160020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foregroundColor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94960" y="1600200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文字顏色 → white（白）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834640" y="2029968"/>
            <a:ext cx="5943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0" y="2029968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94960" y="202996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內距 → 左右 40、上下 16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834640" y="2459736"/>
            <a:ext cx="5943600" cy="402336"/>
          </a:xfrm>
          <a:prstGeom prst="rect">
            <a:avLst/>
          </a:prstGeom>
          <a:solidFill>
            <a:srgbClr val="FDF6F0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0" y="2459736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fontSize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94960" y="2459736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文字大小 → 20pt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834640" y="2889504"/>
            <a:ext cx="5943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0" y="2889504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borderRadius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94960" y="2889504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圓角 → 16（越大越圓）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337560"/>
            <a:ext cx="8412480" cy="27432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</a:rPr>
              <a:t>輸入框樣式（TextField）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65760" y="3840480"/>
            <a:ext cx="3200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8404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未選中（邊框 30% 透明橘色）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749040" y="3840480"/>
            <a:ext cx="3200400" cy="548640"/>
          </a:xfrm>
          <a:prstGeom prst="rect">
            <a:avLst/>
          </a:prstGeom>
          <a:solidFill>
            <a:srgbClr val="FFFFFF"/>
          </a:solidFill>
          <a:ln w="25400">
            <a:solidFill>
              <a:srgbClr val="FF8C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0" y="38404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已選中（邊框 100% 橘色、2px）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44622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borderRadius: 12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749040" y="44622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borderRadius: 12  ·  width: 2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FF8C42">
              <a:alpha val="15000"/>
            </a:srgbClr>
          </a:solidFill>
          <a:ln w="12700">
            <a:solidFill>
              <a:srgbClr val="FF8C42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-731520"/>
            <a:ext cx="2286000" cy="2286000"/>
          </a:xfrm>
          <a:prstGeom prst="ellipse">
            <a:avLst/>
          </a:prstGeom>
          <a:solidFill>
            <a:srgbClr val="FF8C42">
              <a:alpha val="20000"/>
            </a:srgbClr>
          </a:solidFill>
          <a:ln w="12700">
            <a:solidFill>
              <a:srgbClr val="FF8C42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如何修改配色？快速指南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E0C8"/>
                </a:solidFill>
              </a:rPr>
              <a:t>只需修改 lib/theme.dart 第 4–9 行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8412480" cy="640080"/>
          </a:xfrm>
          <a:prstGeom prst="rect">
            <a:avLst/>
          </a:prstGeom>
          <a:solidFill>
            <a:srgbClr val="3A3A3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35608"/>
            <a:ext cx="411480" cy="41148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35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3716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換 App 底色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0" y="1371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1673352"/>
            <a:ext cx="7589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Color(0xFFF0F4FF)  →  淺藍底色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029968"/>
            <a:ext cx="8412480" cy="640080"/>
          </a:xfrm>
          <a:prstGeom prst="rect">
            <a:avLst/>
          </a:prstGeom>
          <a:solidFill>
            <a:srgbClr val="3A3A3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139696"/>
            <a:ext cx="411480" cy="41148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1396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20756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換按鈕 / 重點色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00400" y="207568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2377440"/>
            <a:ext cx="7589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Color(0xFF4A90E2)  →  藍色主調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734056"/>
            <a:ext cx="8412480" cy="640080"/>
          </a:xfrm>
          <a:prstGeom prst="rect">
            <a:avLst/>
          </a:prstGeom>
          <a:solidFill>
            <a:srgbClr val="3A3A3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843784"/>
            <a:ext cx="411480" cy="41148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8437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277977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換主要文字色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00400" y="277977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textPrimary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3081528"/>
            <a:ext cx="7589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Color(0xFF1A1A1A)  →  更深的黑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438144"/>
            <a:ext cx="8412480" cy="640080"/>
          </a:xfrm>
          <a:prstGeom prst="rect">
            <a:avLst/>
          </a:prstGeom>
          <a:solidFill>
            <a:srgbClr val="3A3A3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547872"/>
            <a:ext cx="411480" cy="41148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547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5840" y="348386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換提示灰字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200400" y="348386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textSecondary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05840" y="3785616"/>
            <a:ext cx="7589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Color(0xFFAAAAAA)  →  更淡的灰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142232"/>
            <a:ext cx="8412480" cy="640080"/>
          </a:xfrm>
          <a:prstGeom prst="rect">
            <a:avLst/>
          </a:prstGeom>
          <a:solidFill>
            <a:srgbClr val="3A3A3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4251960"/>
            <a:ext cx="411480" cy="41148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251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05840" y="41879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換卡片背景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200400" y="418795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cardColor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05840" y="4489704"/>
            <a:ext cx="7589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Color(0xFFF8F8F8)  →  淺灰卡片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Flutter 介面配色與排版教學</dc:title>
  <dc:subject>PptxGenJS Presentation</dc:subject>
  <dc:creator>PptxGenJS</dc:creator>
  <cp:lastModifiedBy>PptxGenJS</cp:lastModifiedBy>
  <cp:revision>1</cp:revision>
  <dcterms:created xsi:type="dcterms:W3CDTF">2026-03-08T06:32:58Z</dcterms:created>
  <dcterms:modified xsi:type="dcterms:W3CDTF">2026-03-08T06:32:58Z</dcterms:modified>
</cp:coreProperties>
</file>